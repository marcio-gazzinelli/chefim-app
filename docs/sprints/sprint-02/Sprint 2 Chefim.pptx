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9e216f052342ca" /><Relationship Type="http://schemas.openxmlformats.org/officeDocument/2006/relationships/extended-properties" Target="/docProps/app.xml" Id="R6a3bba7944c4429b" /><Relationship Type="http://schemas.openxmlformats.org/officeDocument/2006/relationships/officeDocument" Target="/ppt/presentation.xml" Id="Rab7c7573e861468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d2454760dc4dd4"/>
  </p:sldMasterIdLst>
  <p:notesMasterIdLst>
    <p:notesMasterId xmlns:r="http://schemas.openxmlformats.org/officeDocument/2006/relationships" r:id="R2790abb56d96431d"/>
  </p:notesMasterIdLst>
  <p:sldIdLst>
    <p:sldId xmlns:r="http://schemas.openxmlformats.org/officeDocument/2006/relationships" id="256" r:id="R3783570367784aca"/>
    <p:sldId xmlns:r="http://schemas.openxmlformats.org/officeDocument/2006/relationships" id="257" r:id="R0aa6cb93b01e4e4a"/>
    <p:sldId xmlns:r="http://schemas.openxmlformats.org/officeDocument/2006/relationships" id="258" r:id="R53a8efe8e1a54afd"/>
    <p:sldId xmlns:r="http://schemas.openxmlformats.org/officeDocument/2006/relationships" id="259" r:id="R48e0959e1d154b21"/>
    <p:sldId xmlns:r="http://schemas.openxmlformats.org/officeDocument/2006/relationships" id="260" r:id="R484ce790e20048a3"/>
    <p:sldId xmlns:r="http://schemas.openxmlformats.org/officeDocument/2006/relationships" id="261" r:id="R1886a0c96a824065"/>
    <p:sldId xmlns:r="http://schemas.openxmlformats.org/officeDocument/2006/relationships" id="262" r:id="R29aa2314440e4fed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2469a24c494a76" /><Relationship Type="http://schemas.openxmlformats.org/officeDocument/2006/relationships/slideMaster" Target="/ppt/slideMasters/slideMaster1.xml" Id="R15d2454760dc4dd4" /><Relationship Type="http://schemas.openxmlformats.org/officeDocument/2006/relationships/notesMaster" Target="/ppt/notesMasters/notesMaster1.xml" Id="R2790abb56d96431d" /><Relationship Type="http://schemas.openxmlformats.org/officeDocument/2006/relationships/presProps" Target="/ppt/presProps.xml" Id="Rb3e021ef83934088" /><Relationship Type="http://schemas.openxmlformats.org/officeDocument/2006/relationships/viewProps" Target="/ppt/viewProps.xml" Id="R118cd6bcf12b4d62" /><Relationship Type="http://schemas.openxmlformats.org/officeDocument/2006/relationships/tableStyles" Target="/ppt/tableStyles.xml" Id="R363e65dab7534ddc" /><Relationship Type="http://schemas.openxmlformats.org/officeDocument/2006/relationships/slide" Target="/ppt/slides/slide1.xml" Id="R3783570367784aca" /><Relationship Type="http://schemas.openxmlformats.org/officeDocument/2006/relationships/slide" Target="/ppt/slides/slide2.xml" Id="R0aa6cb93b01e4e4a" /><Relationship Type="http://schemas.openxmlformats.org/officeDocument/2006/relationships/slide" Target="/ppt/slides/slide3.xml" Id="R53a8efe8e1a54afd" /><Relationship Type="http://schemas.openxmlformats.org/officeDocument/2006/relationships/slide" Target="/ppt/slides/slide4.xml" Id="R48e0959e1d154b21" /><Relationship Type="http://schemas.openxmlformats.org/officeDocument/2006/relationships/slide" Target="/ppt/slides/slide5.xml" Id="R484ce790e20048a3" /><Relationship Type="http://schemas.openxmlformats.org/officeDocument/2006/relationships/slide" Target="/ppt/slides/slide6.xml" Id="R1886a0c96a824065" /><Relationship Type="http://schemas.openxmlformats.org/officeDocument/2006/relationships/slide" Target="/ppt/slides/slide7.xml" Id="R29aa2314440e4f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db074a66f847c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d6fd83ab1642e9" /><Relationship Type="http://schemas.openxmlformats.org/officeDocument/2006/relationships/notesMaster" Target="/ppt/notesMasters/notesMaster1.xml" Id="Rc871c250ab6948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14944fa4944ef3" /><Relationship Type="http://schemas.openxmlformats.org/officeDocument/2006/relationships/notesMaster" Target="/ppt/notesMasters/notesMaster1.xml" Id="R608979626747426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5c259321a54842" /><Relationship Type="http://schemas.openxmlformats.org/officeDocument/2006/relationships/notesMaster" Target="/ppt/notesMasters/notesMaster1.xml" Id="R41a60205a4e341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f566a58df74181" /><Relationship Type="http://schemas.openxmlformats.org/officeDocument/2006/relationships/notesMaster" Target="/ppt/notesMasters/notesMaster1.xml" Id="Raa7729a7515c43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1c22fa9b1f418c" /><Relationship Type="http://schemas.openxmlformats.org/officeDocument/2006/relationships/notesMaster" Target="/ppt/notesMasters/notesMaster1.xml" Id="Rc4dd50b00d024a3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c66338094c4c47" /><Relationship Type="http://schemas.openxmlformats.org/officeDocument/2006/relationships/notesMaster" Target="/ppt/notesMasters/notesMaster1.xml" Id="R9bb10a3c91b54f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e16e7bcafd54f73" /><Relationship Type="http://schemas.openxmlformats.org/officeDocument/2006/relationships/notesMaster" Target="/ppt/notesMasters/notesMaster1.xml" Id="Rbea9f6ee502947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Apresentação do projeto Chefim. Capturas reais da interface Flutter enviadas pelo estudante. O PDF é o formato solicitado no enunciado da Sprint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Imagem original enviada pelo estudante: Captura de tela 2026-09-27 184623.png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Imagem original enviada pelo estudante: Captura de tela 2026-09-27 184653.png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Imagem original enviada pelo estudante: Captura de tela 2026-09-27 184728.png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Imagem original enviada pelo estudante: Captura de tela 2026-09-27 184757.png. Nesta versão, as contas são mantidas apenas em memória.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Imagem original enviada pelo estudante: Captura de tela 2026-09-27 184811.png. O item de receitas descreve uma função prevista para a integração com o banco de dados.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ChefimShell alterna as quatro abas. Páginas secundárias são abertas com Navigator.push; o login a partir do cadastro usa Navigator.pushReplacement. O registro de produtos por formulário é feito em uma modal.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e4a511eace43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50b877bebd4e41" /><Relationship Type="http://schemas.openxmlformats.org/officeDocument/2006/relationships/slideLayout" Target="/ppt/slideLayouts/slideLayout1.xml" Id="Rcba978ecd1dc4a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a978ecd1dc4a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35f54e23354dbe" /><Relationship Type="http://schemas.openxmlformats.org/officeDocument/2006/relationships/notesSlide" Target="/ppt/notesSlides/notesSlide1.xml" Id="R4376e653c44446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e24db45064d6c" /><Relationship Type="http://schemas.openxmlformats.org/officeDocument/2006/relationships/image" Target="/ppt/media/image.png" Id="R416fefb1843f43bb" /><Relationship Type="http://schemas.openxmlformats.org/officeDocument/2006/relationships/notesSlide" Target="/ppt/notesSlides/notesSlide2.xml" Id="Rfe0f03fcdec045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3787b06f84d06" /><Relationship Type="http://schemas.openxmlformats.org/officeDocument/2006/relationships/image" Target="/ppt/media/image2.png" Id="R0b4936642a234bdf" /><Relationship Type="http://schemas.openxmlformats.org/officeDocument/2006/relationships/notesSlide" Target="/ppt/notesSlides/notesSlide3.xml" Id="R6229f9d1663a4c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e682f69c8d4edf" /><Relationship Type="http://schemas.openxmlformats.org/officeDocument/2006/relationships/image" Target="/ppt/media/image3.png" Id="Rdee16661b64c49bc" /><Relationship Type="http://schemas.openxmlformats.org/officeDocument/2006/relationships/notesSlide" Target="/ppt/notesSlides/notesSlide4.xml" Id="R43ef467660274a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972787eac84026" /><Relationship Type="http://schemas.openxmlformats.org/officeDocument/2006/relationships/image" Target="/ppt/media/image4.png" Id="R08f7c83bd51f486a" /><Relationship Type="http://schemas.openxmlformats.org/officeDocument/2006/relationships/notesSlide" Target="/ppt/notesSlides/notesSlide5.xml" Id="Ra6369485dd734a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1909ceb7324309" /><Relationship Type="http://schemas.openxmlformats.org/officeDocument/2006/relationships/image" Target="/ppt/media/image5.png" Id="R93f5cad88ff642f1" /><Relationship Type="http://schemas.openxmlformats.org/officeDocument/2006/relationships/notesSlide" Target="/ppt/notesSlides/notesSlide6.xml" Id="R334b00e990d24f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ba226c51674165" /><Relationship Type="http://schemas.openxmlformats.org/officeDocument/2006/relationships/notesSlide" Target="/ppt/notesSlides/notesSlide7.xml" Id="Rf0fcec6ca3d043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B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99E786E-D978-4B97-BB53-A40C47FA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62075"/>
            <a:ext cx="99060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700" b="1">
                <a:solidFill>
                  <a:srgbClr val="2CAD37"/>
                </a:solidFill>
                <a:latin typeface="DejaVu Sans"/>
                <a:ea typeface="DejaVu Sans"/>
                <a:cs typeface="DejaVu Sans"/>
              </a:defRPr>
            </a:pPr>
            <a:r>
              <a:rPr sz="5700" b="1">
                <a:solidFill>
                  <a:srgbClr val="2CAD37"/>
                </a:solidFill>
                <a:latin typeface="DejaVu Sans"/>
                <a:ea typeface="DejaVu Sans"/>
                <a:cs typeface="DejaVu Sans"/>
              </a:rPr>
              <a:t>Chefim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0761241-CCC1-401B-8FDC-8A33E96D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895600"/>
            <a:ext cx="990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9261D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9261D"/>
                </a:solidFill>
                <a:latin typeface="DejaVu Sans"/>
                <a:ea typeface="DejaVu Sans"/>
                <a:cs typeface="DejaVu Sans"/>
              </a:rPr>
              <a:t>Telas do aplicativo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715AE97-691A-48CE-A8F5-1E232289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38575"/>
            <a:ext cx="9906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53645A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3645A"/>
                </a:solidFill>
                <a:latin typeface="DejaVu Sans"/>
                <a:ea typeface="DejaVu Sans"/>
                <a:cs typeface="DejaVu Sans"/>
              </a:rPr>
              <a:t>Sprint 2  ·  Interface do app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6B8F7E9-2F69-4940-B61F-013AB1B4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62450"/>
            <a:ext cx="10572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3645A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53645A"/>
                </a:solidFill>
                <a:latin typeface="DejaVu Sans"/>
                <a:ea typeface="DejaVu Sans"/>
                <a:cs typeface="DejaVu Sans"/>
              </a:rPr>
              <a:t>Engenharia da Computação  ·  PUC Minas</a:t>
            </a:r>
          </a:p>
        </p:txBody>
      </p:sp>
    </p:spTree>
    <p:extLst>
      <p:ext uri="{BB962C8B-B14F-4D97-AF65-F5344CB8AC3E}">
        <p14:creationId xmlns:p14="http://schemas.microsoft.com/office/powerpoint/2010/main" val="15210975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8C25AF7-F84B-4722-BF22-70ED5EC20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9261D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9261D"/>
                </a:solidFill>
                <a:latin typeface="DejaVu Sans"/>
                <a:ea typeface="DejaVu Sans"/>
                <a:cs typeface="DejaVu Sans"/>
              </a:rPr>
              <a:t>01  Início</a:t>
            </a:r>
          </a:p>
        </p:txBody>
      </p:sp>
      <p:pic>
        <p:nvPicPr>
          <p:cNvPr id="8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6fefb1843f43bb"/>
          <a:stretch xmlns:a="http://schemas.openxmlformats.org/drawingml/2006/main"/>
        </p:blipFill>
        <p:spPr>
          <a:xfrm xmlns:a="http://schemas.openxmlformats.org/drawingml/2006/main">
            <a:off x="990177" y="1095375"/>
            <a:ext cx="2696421" cy="5581650"/>
          </a:xfrm>
          <a:prstGeom xmlns:a="http://schemas.openxmlformats.org/drawingml/2006/main" prst="rect">
            <a:avLst/>
          </a:prstGeom>
        </p:spPr>
      </p:pic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F629061-4251-43C5-9FA9-EA039AAE0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19275"/>
            <a:ext cx="69627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9261D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9261D"/>
                </a:solidFill>
                <a:latin typeface="DejaVu Sans"/>
                <a:ea typeface="DejaVu Sans"/>
                <a:cs typeface="DejaVu Sans"/>
              </a:rPr>
              <a:t>Assim que abre o Chefim, o usuário encontra um resumo da despensa. Ele vê os produtos cadastrados, as receitas possíveis com o que já tem em casa, as calorias e os itens próximos do vencimento.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7B4CE10-4167-4D04-9F17-BBBE68DFA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72000"/>
            <a:ext cx="69532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2CAD37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CAD37"/>
                </a:solidFill>
                <a:latin typeface="DejaVu Sans"/>
                <a:ea typeface="DejaVu Sans"/>
                <a:cs typeface="DejaVu Sans"/>
              </a:rPr>
              <a:t>O botão Escanear produto dá acesso rápido à leitura de códigos.</a:t>
            </a:r>
          </a:p>
        </p:txBody>
      </p:sp>
    </p:spTree>
    <p:extLst>
      <p:ext uri="{BB962C8B-B14F-4D97-AF65-F5344CB8AC3E}">
        <p14:creationId xmlns:p14="http://schemas.microsoft.com/office/powerpoint/2010/main" val="16141462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B25B931-FD7B-4D25-9B60-3460BEBC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9261D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9261D"/>
                </a:solidFill>
                <a:latin typeface="DejaVu Sans"/>
                <a:ea typeface="DejaVu Sans"/>
                <a:cs typeface="DejaVu Sans"/>
              </a:rPr>
              <a:t>02  Despensa</a:t>
            </a:r>
          </a:p>
        </p:txBody>
      </p:sp>
      <p:pic>
        <p:nvPicPr>
          <p:cNvPr id="8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4936642a234bdf"/>
          <a:stretch xmlns:a="http://schemas.openxmlformats.org/drawingml/2006/main"/>
        </p:blipFill>
        <p:spPr>
          <a:xfrm xmlns:a="http://schemas.openxmlformats.org/drawingml/2006/main">
            <a:off x="998674" y="1095375"/>
            <a:ext cx="2679427" cy="5581650"/>
          </a:xfrm>
          <a:prstGeom xmlns:a="http://schemas.openxmlformats.org/drawingml/2006/main" prst="rect">
            <a:avLst/>
          </a:prstGeom>
        </p:spPr>
      </p:pic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4227450-441F-49F6-9F57-C613DC0F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19275"/>
            <a:ext cx="69627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9261D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9261D"/>
                </a:solidFill>
                <a:latin typeface="DejaVu Sans"/>
                <a:ea typeface="DejaVu Sans"/>
                <a:cs typeface="DejaVu Sans"/>
              </a:rPr>
              <a:t>Aqui ficam os alimentos cadastrados e suas datas de validade. Para incluir um produto manualmente, o usuário informa o nome e a data de vencimento.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DCD0601-3710-4EE5-B3B8-55DEFE6C0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72000"/>
            <a:ext cx="69532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2CAD37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CAD37"/>
                </a:solidFill>
                <a:latin typeface="DejaVu Sans"/>
                <a:ea typeface="DejaVu Sans"/>
                <a:cs typeface="DejaVu Sans"/>
              </a:rPr>
              <a:t>O leite da imagem é um exemplo de produto que vence em cinco dias.</a:t>
            </a:r>
          </a:p>
        </p:txBody>
      </p:sp>
    </p:spTree>
    <p:extLst>
      <p:ext uri="{BB962C8B-B14F-4D97-AF65-F5344CB8AC3E}">
        <p14:creationId xmlns:p14="http://schemas.microsoft.com/office/powerpoint/2010/main" val="7181284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C4E61D7-5EB3-4691-B291-12B6CAB0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9261D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9261D"/>
                </a:solidFill>
                <a:latin typeface="DejaVu Sans"/>
                <a:ea typeface="DejaVu Sans"/>
                <a:cs typeface="DejaVu Sans"/>
              </a:rPr>
              <a:t>03  Receitas</a:t>
            </a:r>
          </a:p>
        </p:txBody>
      </p:sp>
      <p:pic>
        <p:nvPicPr>
          <p:cNvPr id="8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e16661b64c49bc"/>
          <a:stretch xmlns:a="http://schemas.openxmlformats.org/drawingml/2006/main"/>
        </p:blipFill>
        <p:spPr>
          <a:xfrm xmlns:a="http://schemas.openxmlformats.org/drawingml/2006/main">
            <a:off x="1004537" y="1095375"/>
            <a:ext cx="2667700" cy="5581650"/>
          </a:xfrm>
          <a:prstGeom xmlns:a="http://schemas.openxmlformats.org/drawingml/2006/main" prst="rect">
            <a:avLst/>
          </a:prstGeom>
        </p:spPr>
      </p:pic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4F6D512-047A-48E4-9E2A-ADB1F0EE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19275"/>
            <a:ext cx="69627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9261D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9261D"/>
                </a:solidFill>
                <a:latin typeface="DejaVu Sans"/>
                <a:ea typeface="DejaVu Sans"/>
                <a:cs typeface="DejaVu Sans"/>
              </a:rPr>
              <a:t>A área de receitas vai sugerir pratos com os produtos da despensa. Assim, o app dará ideias do que preparar com o que já foi comprado.</a:t>
            </a:r>
            <a:endParaRPr sz="2250" b="0">
              <a:solidFill>
                <a:srgbClr val="19261D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1EBA69F-E722-4DEF-89C3-892FCE4E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72000"/>
            <a:ext cx="69532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2CAD37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CAD37"/>
                </a:solidFill>
                <a:latin typeface="DejaVu Sans"/>
                <a:ea typeface="DejaVu Sans"/>
                <a:cs typeface="DejaVu Sans"/>
              </a:rPr>
              <a:t>A lupa permitirá pesquisar receitas do mundo todo. Ao abrir uma delas, o usuário poderá escolher para quantas pessoas prepará-la.</a:t>
            </a:r>
          </a:p>
        </p:txBody>
      </p:sp>
    </p:spTree>
    <p:extLst>
      <p:ext uri="{BB962C8B-B14F-4D97-AF65-F5344CB8AC3E}">
        <p14:creationId xmlns:p14="http://schemas.microsoft.com/office/powerpoint/2010/main" val="10078983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DD79846-832E-4EBE-BEFF-CE05BC896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9261D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9261D"/>
                </a:solidFill>
                <a:latin typeface="DejaVu Sans"/>
                <a:ea typeface="DejaVu Sans"/>
                <a:cs typeface="DejaVu Sans"/>
              </a:rPr>
              <a:t>04  Criar conta</a:t>
            </a:r>
          </a:p>
        </p:txBody>
      </p:sp>
      <p:pic>
        <p:nvPicPr>
          <p:cNvPr id="8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f7c83bd51f486a"/>
          <a:stretch xmlns:a="http://schemas.openxmlformats.org/drawingml/2006/main"/>
        </p:blipFill>
        <p:spPr>
          <a:xfrm xmlns:a="http://schemas.openxmlformats.org/drawingml/2006/main">
            <a:off x="997380" y="1095375"/>
            <a:ext cx="2682015" cy="5581650"/>
          </a:xfrm>
          <a:prstGeom xmlns:a="http://schemas.openxmlformats.org/drawingml/2006/main" prst="rect">
            <a:avLst/>
          </a:prstGeom>
        </p:spPr>
      </p:pic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927A927-1701-4177-9559-91FBDAFB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19275"/>
            <a:ext cx="69627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9261D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9261D"/>
                </a:solidFill>
                <a:latin typeface="DejaVu Sans"/>
                <a:ea typeface="DejaVu Sans"/>
                <a:cs typeface="DejaVu Sans"/>
              </a:rPr>
              <a:t>Para criar uma conta, o usuário informa o nome, o e-mail e a senha. A confirmação ajuda a evitar erros ao digitar a senha.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C340A1B-FF09-43AA-AF4C-6C7EDA42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72000"/>
            <a:ext cx="69532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2CAD37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CAD37"/>
                </a:solidFill>
                <a:latin typeface="DejaVu Sans"/>
                <a:ea typeface="DejaVu Sans"/>
                <a:cs typeface="DejaVu Sans"/>
              </a:rPr>
              <a:t>Quem já tem conta pode tocar em Entrar e informar apenas e-mail e senha.</a:t>
            </a:r>
          </a:p>
        </p:txBody>
      </p:sp>
    </p:spTree>
    <p:extLst>
      <p:ext uri="{BB962C8B-B14F-4D97-AF65-F5344CB8AC3E}">
        <p14:creationId xmlns:p14="http://schemas.microsoft.com/office/powerpoint/2010/main" val="13826579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B2A12E4-DA8C-49A2-8E2A-3333C3132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1">
                <a:solidFill>
                  <a:srgbClr val="19261D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9261D"/>
                </a:solidFill>
                <a:latin typeface="DejaVu Sans"/>
                <a:ea typeface="DejaVu Sans"/>
                <a:cs typeface="DejaVu Sans"/>
              </a:rPr>
              <a:t>05  Sobre o Chefim</a:t>
            </a:r>
          </a:p>
        </p:txBody>
      </p:sp>
      <p:pic>
        <p:nvPicPr>
          <p:cNvPr id="8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f5cad88ff642f1"/>
          <a:stretch xmlns:a="http://schemas.openxmlformats.org/drawingml/2006/main"/>
        </p:blipFill>
        <p:spPr>
          <a:xfrm xmlns:a="http://schemas.openxmlformats.org/drawingml/2006/main">
            <a:off x="997152" y="1095375"/>
            <a:ext cx="2682472" cy="5581650"/>
          </a:xfrm>
          <a:prstGeom xmlns:a="http://schemas.openxmlformats.org/drawingml/2006/main" prst="rect">
            <a:avLst/>
          </a:prstGeom>
        </p:spPr>
      </p:pic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2B3358C-8535-4F65-92CC-C5AC861E2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19275"/>
            <a:ext cx="69627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9261D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9261D"/>
                </a:solidFill>
                <a:latin typeface="DejaVu Sans"/>
                <a:ea typeface="DejaVu Sans"/>
                <a:cs typeface="DejaVu Sans"/>
              </a:rPr>
              <a:t>Esta tela apresenta a ideia do Chefim: organizar a despensa e ajudar a acompanhar a validade dos alimentos.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11556F7-1E42-4853-8367-076D48A4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572000"/>
            <a:ext cx="69532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2CAD37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CAD37"/>
                </a:solidFill>
                <a:latin typeface="DejaVu Sans"/>
                <a:ea typeface="DejaVu Sans"/>
                <a:cs typeface="DejaVu Sans"/>
              </a:rPr>
              <a:t>Também explica, de forma simples, como o aplicativo foi pensado.</a:t>
            </a:r>
          </a:p>
        </p:txBody>
      </p:sp>
    </p:spTree>
    <p:extLst>
      <p:ext uri="{BB962C8B-B14F-4D97-AF65-F5344CB8AC3E}">
        <p14:creationId xmlns:p14="http://schemas.microsoft.com/office/powerpoint/2010/main" val="5728162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B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308E999-57C1-464C-9469-E934AB2C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38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925" b="1">
                <a:solidFill>
                  <a:srgbClr val="19261D"/>
                </a:solidFill>
                <a:latin typeface="DejaVu Sans"/>
                <a:ea typeface="DejaVu Sans"/>
                <a:cs typeface="DejaVu Sans"/>
              </a:defRPr>
            </a:pPr>
            <a:r>
              <a:rPr sz="2925" b="1">
                <a:solidFill>
                  <a:srgbClr val="19261D"/>
                </a:solidFill>
                <a:latin typeface="DejaVu Sans"/>
                <a:ea typeface="DejaVu Sans"/>
                <a:cs typeface="DejaVu Sans"/>
              </a:rPr>
              <a:t>Como as telas se conectam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987F2BD-495C-462B-98A9-ED1570EF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857375"/>
            <a:ext cx="1042987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19261D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9261D"/>
                </a:solidFill>
                <a:latin typeface="DejaVu Sans"/>
                <a:ea typeface="DejaVu Sans"/>
                <a:cs typeface="DejaVu Sans"/>
              </a:rPr>
              <a:t>A barra inferior reúne as quatro áreas principais: Início, Despensa, Receitas e Perfil.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3D8EC0B-F44C-407D-8DE1-90E2471F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143250"/>
            <a:ext cx="10420350" cy="1704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9261D"/>
                </a:solidFill>
                <a:latin typeface="DejaVu Sans"/>
                <a:ea typeface="DejaVu Sans"/>
                <a:cs typeface="DejaVu Sans"/>
              </a:defRPr>
            </a:pPr>
            <a:r>
              <a:rPr sz="2000">
                <a:solidFill>
                  <a:srgbClr val="19261D"/>
                </a:solidFill>
                <a:latin typeface="DejaVu Sans"/>
                <a:ea typeface="DejaVu Sans"/>
                <a:cs typeface="DejaVu Sans"/>
              </a:rPr>
              <a:t>Assim, o aplicativo fica mais fácil de usar: o usuário consegue passar de uma área para outra pela barra inferior.</a:t>
            </a:r>
            <a:endParaRPr sz="2000" b="0">
              <a:solidFill>
                <a:srgbClr val="19261D"/>
              </a:solidFill>
              <a:latin typeface="DejaVu Sans"/>
              <a:ea typeface="DejaVu Sans"/>
              <a:cs typeface="DejaVu Sans"/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22B5129-97DB-45AB-8002-378E7674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419725"/>
            <a:ext cx="104203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9144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CAD37"/>
                </a:solidFill>
                <a:latin typeface="DejaVu Sans"/>
                <a:ea typeface="DejaVu Sans"/>
                <a:cs typeface="DejaVu Sans"/>
              </a:defRPr>
            </a:pPr>
            <a:r>
              <a:rPr sz="2000" b="1">
                <a:solidFill>
                  <a:srgbClr val="2CAD37"/>
                </a:solidFill>
                <a:latin typeface="DejaVu Sans"/>
                <a:ea typeface="DejaVu Sans"/>
                <a:cs typeface="DejaVu Sans"/>
              </a:rPr>
              <a:t>O Chefim será seu app para organizar as compras e a despensa!</a:t>
            </a:r>
          </a:p>
        </p:txBody>
      </p:sp>
    </p:spTree>
    <p:extLst>
      <p:ext uri="{BB962C8B-B14F-4D97-AF65-F5344CB8AC3E}">
        <p14:creationId xmlns:p14="http://schemas.microsoft.com/office/powerpoint/2010/main" val="15313669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2026-09-27T22:14:00.4620000Z</dcterms:created>
  <dcterms:modified xsi:type="dcterms:W3CDTF">2026-09-27T22:14:00.4620000Z</dcterms:modified>
</coreProperties>
</file>